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5293"/>
                </a:solidFill>
              </a:defRPr>
            </a:pPr>
            <a:r>
              <a:t>FairCheck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AI Bias Detection &amp; Fairness Auditing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AI systems in India show significant gender and demographic bias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50-70% of AI models exhibit some form of demographic bias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No existing solution for domain-specific AI fairness auditing in India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Biased AI affects real lives: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Women 30% less likely to get bank loans approved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Male candidates selected 75% vs female 55% in Army recruitment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Reserved category students face additional admission barriers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Current solutions are generic, not tailored to Indian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Our Solution - FairCheck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India's first domain-specific AI bias detection system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Three Domain Coverage: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Indian Army Recruitment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Education Admissions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Bank Loan Approvals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Uses ExponentiatedGradient algorithm with DemographicParity constraints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Data source: Real government statistics from data.gov.in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Provides both bias detection AND mitigation in one platform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Results in 60 seconds with actionable compliance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Step 1: Select Domain (Army / Education / Bank Loan)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Step 2: Load Data (10,000+ records from government statistics)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Step 3: Analyze (Train ML models, calculate fairness metrics)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Step 4: Generate Report (PDF with bias analysis and solutions)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Step 5: Fix Bias (One-click bias mitigation)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Key Features: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Real-time fairness scoring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SHAP explanations for each prediction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PDF compliance report generation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Demographic Parity &amp; Equalized Odds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Technology Stack: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Frontend: Streamlit (Python Web App)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ML Models: scikit-learn, Fairlearn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Explanations: SHAP (SHapley Additive exPlanations)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Data: data.gov.in (Government of India Open Data)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PDF: ReportLab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Algorithms Tested: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Logistic Regression (75% accuracy, 25% bias reduction)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Decision Tree (80% accuracy, 30% bias reduction)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Random Forest (85% accuracy, 35% bias reduction)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Gradient Boosting (88% accuracy, 40% bias reduction)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Real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Army Recruitment: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Year-wise candidates recruited (2017-2022)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State-wise Indian Army intake (2017-2020)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Gender distribution from official data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Education: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College enrollment by state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Caste-wise reservation statistics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Gender parity in admissions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Bank Loans: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RBI credit distribution data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Education loan disbursement state-wise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Approval rate demographics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Q1 2026 - Phase 1: Army Recruitment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Bias detection for Indian Army recruitment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Gender parity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Physical test standardization checks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Q2 2026 - Phase 2: Education Admissions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College admission bias detection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Caste/gender disparity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EWS quota verification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Q3 2026 - Phase 3: Bank Loan Approvals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Credit scoring bias detection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Gender-wise approval rate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Alternative credit scoring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Q4 2026 - Phase 4: API Integration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Real-time monitoring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Government database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Challenges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Current Limitations: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Aggregated data only (no individual records due to privacy)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Model accuracy trade-off with fairness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Limited to available government statistics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Challenges Ahead: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Real-time data integration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Expanding to healthcare and jobs sector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User adoption and trust building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Ethical Considerations: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Balancing fairness with accuracy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Transparent bias explanation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Compliance with Indian AI regulations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Short-term (2026):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Mobile app for field workers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Real-time API for organizations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Integration with government portals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Long-term (2027):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Healthcare AI bias detection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Job recruitment bias auditing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Housing loan bias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Expected Impact: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- 40-60% reduction in AI bias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- 100+ organizations served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Open source community building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Project Roadmap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JAN - MAR: Army Recruitment Module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Deploy bias detection for Army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Partner with defense ministry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APR - JUN: Education Module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Launch education bias detection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Partner with UGC/MHRD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JUL - SEP: Bank Loan Module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Deploy loan bias detection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Partner with RBI/banks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OCT - DEC: API &amp; Mobile App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Launch public API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   - Mobile app for field 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5293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FairCheck India - AI Bias Detection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